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EC4899"/>
                </a:solidFill>
              </a:defRPr>
            </a:pPr>
            <a:r>
              <a:t>VERITAS RESEARCH</a:t>
            </a:r>
          </a:p>
          <a:p>
            <a:pPr>
              <a:spcBef>
                <a:spcPts val="1000"/>
              </a:spcBef>
              <a:defRPr sz="2200" b="1">
                <a:solidFill>
                  <a:srgbClr val="FFFFFF"/>
                </a:solidFill>
              </a:defRPr>
            </a:pPr>
            <a:r>
              <a:t>Multi-Agent AI Fact-Verification &amp; Research Intelligence System</a:t>
            </a:r>
          </a:p>
          <a:p>
            <a:pPr>
              <a:spcBef>
                <a:spcPts val="1500"/>
              </a:spcBef>
              <a:defRPr sz="1500">
                <a:solidFill>
                  <a:srgbClr val="94A3B8"/>
                </a:solidFill>
              </a:defRPr>
            </a:pPr>
            <a:r>
              <a:t>Collaborative 4-Agent Pipeline Powered by Google Gemini 2.0 &amp; Tavily AI</a:t>
            </a:r>
          </a:p>
          <a:p>
            <a:pPr>
              <a:spcBef>
                <a:spcPts val="2500"/>
              </a:spcBef>
              <a:defRPr sz="1300">
                <a:solidFill>
                  <a:srgbClr val="38BDF8"/>
                </a:solidFill>
              </a:defRPr>
            </a:pPr>
            <a:r>
              <a:t>Presented by: Sumanth Vadagana | InnovaHack GenAI PS1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VERITAS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Problem: Information Overload &amp; Unverified LLM Claims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2121A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800" b="1">
                <a:solidFill>
                  <a:srgbClr val="EC4899"/>
                </a:solidFill>
              </a:defRPr>
            </a:pPr>
            <a:r>
              <a:t>01. Hallucinations in LLMs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Standard AI models generate plausible-sounding facts without real-time verification, leading to costly misinformation.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2121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02. Unstructured Web Noise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Searching manually across hundreds of articles takes hours, making it difficult to extract verified facts quickly.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212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03. Lack of Citation &amp; Proof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Traditional AI search tools provide summaries without claim-level evidence, confidence scores, or source auditing.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VERITAS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Veritas Solution: 4-Agent Autonomous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EC4899"/>
                </a:solidFill>
              </a:defRPr>
            </a:pPr>
            <a:r>
              <a:t>1. Deconstruct Topic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Planner &amp; Researcher Agents break queries into structured web search sub-queries.</a:t>
            </a:r>
          </a:p>
          <a:p>
            <a:pPr>
              <a:spcBef>
                <a:spcPts val="1200"/>
              </a:spcBef>
              <a:defRPr sz="1600" b="1">
                <a:solidFill>
                  <a:srgbClr val="EC4899"/>
                </a:solidFill>
              </a:defRPr>
            </a:pPr>
            <a:r>
              <a:t>2. Parallel Evidence Gathering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Executes real-time searches via Tavily AI, scoring domain authority &amp; relevance.</a:t>
            </a:r>
          </a:p>
          <a:p>
            <a:pPr>
              <a:spcBef>
                <a:spcPts val="1200"/>
              </a:spcBef>
              <a:defRPr sz="1600" b="1">
                <a:solidFill>
                  <a:srgbClr val="EC4899"/>
                </a:solidFill>
              </a:defRPr>
            </a:pPr>
            <a:r>
              <a:t>3. Cross-Claim Verification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Verifier Agent evaluates claims into Verified, Disputed, or Unverified statuses.</a:t>
            </a:r>
          </a:p>
          <a:p>
            <a:pPr>
              <a:spcBef>
                <a:spcPts val="1200"/>
              </a:spcBef>
              <a:defRPr sz="1600" b="1">
                <a:solidFill>
                  <a:srgbClr val="EC4899"/>
                </a:solidFill>
              </a:defRPr>
            </a:pPr>
            <a:r>
              <a:t>4. Audit &amp; Synthesize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Critic audits methodology for bias while Synthesizer generates a fully cited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VERITAS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Production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121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Frontend Engine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Next.js 15 (App Router), React 19, Tailwind CSS, Framer Motion animations.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2121A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Backend Framework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FastAPI (Async Python), SQLAlchemy, Uvicorn, SSE Streaming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2121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 Core &amp; LLM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Google Gemini 2.0 Flash (Fast reasoning) &amp; Gemini Pro (Report synthesis).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2121A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Live Web Search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Tavily AI Search API for structured real-time web evidence extraction.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VERITAS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Agent Breakdown: Researcher &amp; Verifier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21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🔍 Agent 1: Researcher Agent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Decomposes complex user prompt into 3-5 targeted sub-queries.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Executes parallel search queries over Tavily AI API.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Extracts domain authority, SSL security, &amp; snippet relevance.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Pulls raw atomic claims for empirical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2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🛡️ Agent 2: Verifier Agent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Cross-references each atomic claim against retrieved web evidence.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Assigns Verdicts: Verified ✅, Disputed ❌, or Unverified ⚠️.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Calculates quantitative confidence scores (0% to 100%).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Generates concise textual evidence justifications.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VERITAS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Agent Breakdown: Critic &amp; Synthesizer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21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⚡ Agent 3: Critic Agent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Audits methodology for hidden bias and research gaps.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Detects potential LLM hallucinations or unsupported assumptions.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Computes an overall Quality Score out of 10.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Provides feedback for continuous report improvement.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21A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EC4899"/>
                </a:solidFill>
              </a:defRPr>
            </a:pPr>
            <a:r>
              <a:t>📝 Agent 4: Synthesizer Agent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Generates full Markdown executive summary and structured analysis.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Attaches numeric inline citations linked to source cards.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Produces final overall confidence score for the entire query.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Streams final report directly to user UI over SSE.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VERITAS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UI Design Aesthetics &amp; Dual Theme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07040" cy="1005840"/>
          </a:xfrm>
          <a:prstGeom prst="roundRect">
            <a:avLst/>
          </a:prstGeom>
          <a:solidFill>
            <a:srgbClr val="12121A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🌙 Dark Mode Theme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Midnight Black (#09090d) &amp; Neon Pink (#ec4899) accents tailored for low-light research.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10607040" cy="1005840"/>
          </a:xfrm>
          <a:prstGeom prst="roundRect">
            <a:avLst/>
          </a:prstGeom>
          <a:solidFill>
            <a:srgbClr val="12121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☀️ Light Mode Theme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Pure White (#ffffff) &amp; Crimson Red (#dc2626) with ultra-high contrast pure black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07040" cy="1005840"/>
          </a:xfrm>
          <a:prstGeom prst="roundRect">
            <a:avLst/>
          </a:prstGeom>
          <a:solidFill>
            <a:srgbClr val="12121A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🔐 Auth Gate Flow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Initial visitor login/signup card preventing unauthorized access while keeping demo preview.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10607040" cy="1005840"/>
          </a:xfrm>
          <a:prstGeom prst="roundRect">
            <a:avLst/>
          </a:prstGeom>
          <a:solidFill>
            <a:srgbClr val="12121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⚡ SSE Live Streaming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Real-time timeline displaying live agent thought logs, search events, &amp; claims.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VERITAS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Production Cloud Infrastructure &amp; Live Deployments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21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🐍 Backend Deployment: Render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Live API: https://veritas-backend-5ado.onrender.com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Python 3.11.9 Async Runtime.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FastAPI Uvicorn server handling CORS &amp; SSE streaming.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SQLite / PostgreSQL session 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21A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EC4899"/>
                </a:solidFill>
              </a:defRPr>
            </a:pPr>
            <a:r>
              <a:t>⚡ Frontend Deployment: Vercel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Live Site: https://veritas-research-2jgj.vercel.app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Next.js 15 App Router with dynamic rendering.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Global CDN distribution &amp; instant GitHub auto-deploys.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Public access enabled for seamless demonstration.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VERITAS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Real-World Applications &amp; Key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2121A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Academic &amp; Clinical Research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Instantly verifies medical and scientific claims against authoritative journals and web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2121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Journalism &amp; Fact-Checking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Empowers investigative journalists to detect false claims and cross-verify statements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212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Corporate Intelligence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Pulls market trends, competitor analysis, and financial news with cited backing.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C4899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FFFFFF"/>
                </a:solidFill>
              </a:defRPr>
            </a:pPr>
            <a:r>
              <a:t>Veritas Research — Multi-Agent AI System</a:t>
            </a:r>
          </a:p>
          <a:p>
            <a:pPr algn="ctr">
              <a:spcBef>
                <a:spcPts val="2500"/>
              </a:spcBef>
              <a:defRPr sz="1500">
                <a:solidFill>
                  <a:srgbClr val="38BDF8"/>
                </a:solidFill>
              </a:defRPr>
            </a:pPr>
            <a:r>
              <a:t>🌐 Live Demo: https://veritas-research-2jgj.vercel.app</a:t>
            </a:r>
            <a:br/>
            <a:r>
              <a:t>💻 GitHub: https://github.com/SumanthVadagana/Veritas-Research</a:t>
            </a:r>
          </a:p>
          <a:p>
            <a:pPr algn="ctr">
              <a:spcBef>
                <a:spcPts val="2000"/>
              </a:spcBef>
              <a:defRPr sz="1600" b="1">
                <a:solidFill>
                  <a:srgbClr val="10B981"/>
                </a:solidFill>
              </a:defRPr>
            </a:pPr>
            <a:r>
              <a:t>Questions &amp; Feedback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